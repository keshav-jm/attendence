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00125" y="667941"/>
            <a:ext cx="7143750" cy="3218259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428750" y="1110853"/>
            <a:ext cx="62865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4350" b="1" spc="-2" kern="0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ATTENDANCE INSIGHTS SYSTEM</a:t>
            </a:r>
            <a:endParaRPr lang="en-US" sz="4350" dirty="0"/>
          </a:p>
        </p:txBody>
      </p:sp>
      <p:sp>
        <p:nvSpPr>
          <p:cNvPr id="5" name="Text 2"/>
          <p:cNvSpPr/>
          <p:nvPr/>
        </p:nvSpPr>
        <p:spPr>
          <a:xfrm>
            <a:off x="1428750" y="2453878"/>
            <a:ext cx="6286500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Streamlining Education Management with Modern Tech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3081189" y="3003947"/>
            <a:ext cx="1581001" cy="439341"/>
          </a:xfrm>
          <a:prstGeom prst="rect">
            <a:avLst/>
          </a:prstGeom>
          <a:solidFill>
            <a:srgbClr val="EA580C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081189" y="3003947"/>
            <a:ext cx="1581001" cy="439341"/>
          </a:xfrm>
          <a:prstGeom prst="rect">
            <a:avLst/>
          </a:prstGeom>
          <a:noFill/>
          <a:ln/>
        </p:spPr>
        <p:txBody>
          <a:bodyPr wrap="square" lIns="340233" tIns="127508" rIns="340233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Spring Boot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90777" y="3003947"/>
            <a:ext cx="1257691" cy="439341"/>
          </a:xfrm>
          <a:prstGeom prst="rect">
            <a:avLst/>
          </a:prstGeom>
          <a:solidFill>
            <a:srgbClr val="EA580C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90777" y="3003947"/>
            <a:ext cx="1257691" cy="439341"/>
          </a:xfrm>
          <a:prstGeom prst="rect">
            <a:avLst/>
          </a:prstGeom>
          <a:noFill/>
          <a:ln/>
        </p:spPr>
        <p:txBody>
          <a:bodyPr wrap="none" lIns="340233" tIns="127508" rIns="340233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React.js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440441" y="4286250"/>
            <a:ext cx="2263062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Full-Stack Mini Project Presentation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750" b="1" spc="-1" kern="0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INEFFICIENCIES IN MANUAL PROCESSES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28625" y="1289447"/>
            <a:ext cx="4000500" cy="1428750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2969" y="1503759"/>
            <a:ext cx="180764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Time Consumption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2938" y="1843088"/>
            <a:ext cx="35718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Daily roll calls waste 10-15 minutes of valuable lecture time, leading to significant academic overhead.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714875" y="1289447"/>
            <a:ext cx="4000500" cy="1428750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79219" y="1503759"/>
            <a:ext cx="1734034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Calculation Errors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29188" y="1843088"/>
            <a:ext cx="35718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Manual percentage calculations are prone to human mistakes, affecting grading and eligibility reports.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8625" y="3003947"/>
            <a:ext cx="4000500" cy="1428750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2969" y="3218259"/>
            <a:ext cx="174547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Transparency Gap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2938" y="3557588"/>
            <a:ext cx="35718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Students lack immediate access to their status, leading to last-minute surprises regarding shortage.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14875" y="3003947"/>
            <a:ext cx="4000500" cy="1428750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79219" y="3218259"/>
            <a:ext cx="102289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Data Risks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29188" y="3557588"/>
            <a:ext cx="35718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Physical registers are vulnerable to damage, loss, or unauthorized manipulation, risking data integrity.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715375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750" b="1" spc="-1" kern="0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DIGITAL AUTOMATION SOLUTION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28625" y="1289447"/>
            <a:ext cx="4300538" cy="3286125"/>
          </a:xfrm>
          <a:prstGeom prst="rect">
            <a:avLst/>
          </a:prstGeom>
          <a:solidFill>
            <a:srgbClr val="064E3B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4375" y="1575197"/>
            <a:ext cx="3714750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CENTRALIZED SYSTEM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14375" y="2010966"/>
            <a:ext cx="3714750" cy="1371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unified platform that digitizes the end-to-end attendance workflow, providing a single source of truth for faculty, students, and administrators. Our system eliminates paper dependency and automates complex calculations in real-time.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00625" y="1289447"/>
            <a:ext cx="3714750" cy="714375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72125" y="1628775"/>
            <a:ext cx="2009012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Role-Based Secure Portals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00625" y="2146697"/>
            <a:ext cx="3714750" cy="714375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72125" y="2486025"/>
            <a:ext cx="2054944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Instant Attendance Insights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00625" y="3003947"/>
            <a:ext cx="3714750" cy="714375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2125" y="3343275"/>
            <a:ext cx="2255695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80% Reduction in Admin Load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00625" y="3861197"/>
            <a:ext cx="3714750" cy="714375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72125" y="4200525"/>
            <a:ext cx="179905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Relational Data Integrity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715375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750" b="1" spc="-1" kern="0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MODERN TECHNOLOGY STACK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28625" y="1289447"/>
            <a:ext cx="1937742" cy="2857500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11746" y="1503759"/>
            <a:ext cx="571500" cy="571500"/>
          </a:xfrm>
          <a:prstGeom prst="rect">
            <a:avLst/>
          </a:prstGeom>
          <a:solidFill>
            <a:srgbClr val="EA580C"/>
          </a:solidFill>
          <a:ln w="18288">
            <a:solidFill>
              <a:srgbClr val="064E3B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621" y="1646634"/>
            <a:ext cx="285750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218134"/>
            <a:ext cx="1651992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50094" y="2593181"/>
            <a:ext cx="748029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React.js SPA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750094" y="2844608"/>
            <a:ext cx="75762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React Router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750094" y="3096034"/>
            <a:ext cx="736141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Modern CSS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544961" y="1289447"/>
            <a:ext cx="1937742" cy="2857500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28082" y="1503759"/>
            <a:ext cx="571500" cy="571500"/>
          </a:xfrm>
          <a:prstGeom prst="rect">
            <a:avLst/>
          </a:prstGeom>
          <a:solidFill>
            <a:srgbClr val="EA580C"/>
          </a:solidFill>
          <a:ln w="18288">
            <a:solidFill>
              <a:srgbClr val="064E3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0957" y="1646634"/>
            <a:ext cx="285750" cy="285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87836" y="2218134"/>
            <a:ext cx="1651992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BACKEND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866430" y="2593181"/>
            <a:ext cx="671959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Spring Boot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2866430" y="2844608"/>
            <a:ext cx="525512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Java 17+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2866430" y="3096034"/>
            <a:ext cx="640817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REST APIs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661297" y="1289447"/>
            <a:ext cx="1937742" cy="2857500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344418" y="1503759"/>
            <a:ext cx="571500" cy="571500"/>
          </a:xfrm>
          <a:prstGeom prst="rect">
            <a:avLst/>
          </a:prstGeom>
          <a:solidFill>
            <a:srgbClr val="EA580C"/>
          </a:solidFill>
          <a:ln w="18288">
            <a:solidFill>
              <a:srgbClr val="064E3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5152" y="1646634"/>
            <a:ext cx="250031" cy="2857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04172" y="2218134"/>
            <a:ext cx="1651992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982766" y="2593181"/>
            <a:ext cx="924055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MySQL RDBMS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982766" y="2844608"/>
            <a:ext cx="879239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Relational Data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982766" y="3096034"/>
            <a:ext cx="921879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ACID Compliant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6777633" y="1289447"/>
            <a:ext cx="1937742" cy="2857500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460754" y="1503759"/>
            <a:ext cx="571500" cy="571500"/>
          </a:xfrm>
          <a:prstGeom prst="rect">
            <a:avLst/>
          </a:prstGeom>
          <a:solidFill>
            <a:srgbClr val="EA580C"/>
          </a:solidFill>
          <a:ln w="18288">
            <a:solidFill>
              <a:srgbClr val="064E3B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7910" y="1646634"/>
            <a:ext cx="357188" cy="28575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20508" y="2218134"/>
            <a:ext cx="1651992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7099102" y="2593181"/>
            <a:ext cx="771525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Axios (HTTP)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7099102" y="2844608"/>
            <a:ext cx="941077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Spring Data JPA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7099102" y="3096034"/>
            <a:ext cx="707622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Maven Build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715375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750" b="1" spc="-1" kern="0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3-TIER SYSTEM ARCHITECTURE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28625" y="1289447"/>
            <a:ext cx="2381269" cy="3000375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7219" y="1503759"/>
            <a:ext cx="525568" cy="18573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" name="Text 3"/>
          <p:cNvSpPr/>
          <p:nvPr/>
        </p:nvSpPr>
        <p:spPr>
          <a:xfrm>
            <a:off x="607219" y="1503759"/>
            <a:ext cx="525568" cy="185738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TIER 1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7219" y="1796653"/>
            <a:ext cx="2004994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5813" y="2179513"/>
            <a:ext cx="108607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React.js Frontend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85813" y="2436688"/>
            <a:ext cx="74311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Axios Client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07219" y="2693863"/>
            <a:ext cx="2004994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15E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user interactions, state management, and dynamic UI rendering. Communicates via HTTP requests.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933681" y="2575322"/>
            <a:ext cx="285750" cy="28575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12" name="Text 9"/>
          <p:cNvSpPr/>
          <p:nvPr/>
        </p:nvSpPr>
        <p:spPr>
          <a:xfrm>
            <a:off x="2959801" y="2675334"/>
            <a:ext cx="23345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JSON</a:t>
            </a:r>
            <a:endParaRPr lang="en-US" sz="600" dirty="0"/>
          </a:p>
        </p:txBody>
      </p:sp>
      <p:sp>
        <p:nvSpPr>
          <p:cNvPr id="13" name="Shape 10"/>
          <p:cNvSpPr/>
          <p:nvPr/>
        </p:nvSpPr>
        <p:spPr>
          <a:xfrm>
            <a:off x="3362306" y="1289447"/>
            <a:ext cx="2390756" cy="3000375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50444" y="1503759"/>
            <a:ext cx="525568" cy="18573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5" name="Text 12"/>
          <p:cNvSpPr/>
          <p:nvPr/>
        </p:nvSpPr>
        <p:spPr>
          <a:xfrm>
            <a:off x="3550444" y="1503759"/>
            <a:ext cx="525568" cy="185738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TIER 2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3550444" y="1796653"/>
            <a:ext cx="2014538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729038" y="2179513"/>
            <a:ext cx="73569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Spring Boot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729038" y="2436688"/>
            <a:ext cx="81689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RESTful APIs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550444" y="2693863"/>
            <a:ext cx="2014538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15E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Processes business logic, authentication, and attendance calculations. Exposes secure endpoints.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886450" y="2575322"/>
            <a:ext cx="285750" cy="28575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21" name="Text 18"/>
          <p:cNvSpPr/>
          <p:nvPr/>
        </p:nvSpPr>
        <p:spPr>
          <a:xfrm>
            <a:off x="5949125" y="2675334"/>
            <a:ext cx="16040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JPA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6315075" y="1289447"/>
            <a:ext cx="2400300" cy="3000375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12756" y="1503759"/>
            <a:ext cx="525568" cy="18573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4" name="Text 21"/>
          <p:cNvSpPr/>
          <p:nvPr/>
        </p:nvSpPr>
        <p:spPr>
          <a:xfrm>
            <a:off x="6512756" y="1503759"/>
            <a:ext cx="525568" cy="185738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TIER 3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6512756" y="1796653"/>
            <a:ext cx="2024081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691350" y="2179513"/>
            <a:ext cx="104817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MySQL Database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691350" y="2436688"/>
            <a:ext cx="99794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Spring Data JPA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512756" y="2693863"/>
            <a:ext cx="202408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15E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persistent storage and data integrity. Manages relational mappings for students and records.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715375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750" b="1" spc="-1" kern="0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RELATIONAL DATABASE SCHEMA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285750" y="1289447"/>
            <a:ext cx="2035969" cy="2714625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85750" y="1289447"/>
            <a:ext cx="2035969" cy="428625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6" name="Text 3"/>
          <p:cNvSpPr/>
          <p:nvPr/>
        </p:nvSpPr>
        <p:spPr>
          <a:xfrm>
            <a:off x="285750" y="1289447"/>
            <a:ext cx="2035969" cy="428625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FACULTY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1500" y="1860947"/>
            <a:ext cx="60024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faculty_id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974019" y="1871663"/>
            <a:ext cx="204825" cy="12858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9" name="Text 6"/>
          <p:cNvSpPr/>
          <p:nvPr/>
        </p:nvSpPr>
        <p:spPr>
          <a:xfrm>
            <a:off x="1974019" y="1871663"/>
            <a:ext cx="204825" cy="128588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PK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571500" y="2096691"/>
            <a:ext cx="33592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name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1500" y="2332434"/>
            <a:ext cx="32883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email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71500" y="2568178"/>
            <a:ext cx="60024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password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71500" y="2803922"/>
            <a:ext cx="70019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464594" y="1289447"/>
            <a:ext cx="2035969" cy="2714625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64594" y="1289447"/>
            <a:ext cx="2035969" cy="428625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594" y="1289447"/>
            <a:ext cx="2035969" cy="428625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STUDENT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750344" y="1860947"/>
            <a:ext cx="65013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student_id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152863" y="1871663"/>
            <a:ext cx="204825" cy="12858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Text 16"/>
          <p:cNvSpPr/>
          <p:nvPr/>
        </p:nvSpPr>
        <p:spPr>
          <a:xfrm>
            <a:off x="4152863" y="1871663"/>
            <a:ext cx="204825" cy="128588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PK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2750344" y="2096691"/>
            <a:ext cx="33592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name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750344" y="2332434"/>
            <a:ext cx="74311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roll_number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750344" y="2568178"/>
            <a:ext cx="32883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email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750344" y="2803922"/>
            <a:ext cx="56480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semester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43438" y="1289447"/>
            <a:ext cx="2035969" cy="2714625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643438" y="1289447"/>
            <a:ext cx="2035969" cy="428625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26" name="Text 23"/>
          <p:cNvSpPr/>
          <p:nvPr/>
        </p:nvSpPr>
        <p:spPr>
          <a:xfrm>
            <a:off x="4643438" y="1289447"/>
            <a:ext cx="2035969" cy="428625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SUBJECT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929188" y="1860947"/>
            <a:ext cx="63601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subject_id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331707" y="1871663"/>
            <a:ext cx="204825" cy="12858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9" name="Text 26"/>
          <p:cNvSpPr/>
          <p:nvPr/>
        </p:nvSpPr>
        <p:spPr>
          <a:xfrm>
            <a:off x="6331707" y="1871663"/>
            <a:ext cx="204825" cy="128588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PK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4929188" y="2096691"/>
            <a:ext cx="8576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subject_name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929188" y="2332434"/>
            <a:ext cx="8218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subject_code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929188" y="2568178"/>
            <a:ext cx="42170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credits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822281" y="1289447"/>
            <a:ext cx="2035969" cy="2714625"/>
          </a:xfrm>
          <a:prstGeom prst="rect">
            <a:avLst/>
          </a:prstGeom>
          <a:solidFill>
            <a:srgbClr val="FFFFFF"/>
          </a:solidFill>
          <a:ln w="18288">
            <a:solidFill>
              <a:srgbClr val="EA580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822281" y="1289447"/>
            <a:ext cx="2035969" cy="428625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5" name="Text 32"/>
          <p:cNvSpPr/>
          <p:nvPr/>
        </p:nvSpPr>
        <p:spPr>
          <a:xfrm>
            <a:off x="6822281" y="1289447"/>
            <a:ext cx="2035969" cy="428625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ATTENDANCE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108031" y="1860947"/>
            <a:ext cx="86467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attendance_id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8510550" y="1871663"/>
            <a:ext cx="204825" cy="12858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8" name="Text 35"/>
          <p:cNvSpPr/>
          <p:nvPr/>
        </p:nvSpPr>
        <p:spPr>
          <a:xfrm>
            <a:off x="8510550" y="1871663"/>
            <a:ext cx="204825" cy="128588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PK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7108031" y="2096691"/>
            <a:ext cx="65013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student_id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8515350" y="2107406"/>
            <a:ext cx="200025" cy="128588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41" name="Text 38"/>
          <p:cNvSpPr/>
          <p:nvPr/>
        </p:nvSpPr>
        <p:spPr>
          <a:xfrm>
            <a:off x="8515350" y="2107406"/>
            <a:ext cx="200025" cy="128588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FK</a:t>
            </a:r>
            <a:endParaRPr lang="en-US" sz="600" dirty="0"/>
          </a:p>
        </p:txBody>
      </p:sp>
      <p:sp>
        <p:nvSpPr>
          <p:cNvPr id="42" name="Text 39"/>
          <p:cNvSpPr/>
          <p:nvPr/>
        </p:nvSpPr>
        <p:spPr>
          <a:xfrm>
            <a:off x="7108031" y="2332434"/>
            <a:ext cx="63601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subject_id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8515350" y="2343150"/>
            <a:ext cx="200025" cy="128588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44" name="Text 41"/>
          <p:cNvSpPr/>
          <p:nvPr/>
        </p:nvSpPr>
        <p:spPr>
          <a:xfrm>
            <a:off x="8515350" y="2343150"/>
            <a:ext cx="200025" cy="128588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FK</a:t>
            </a:r>
            <a:endParaRPr lang="en-US" sz="600" dirty="0"/>
          </a:p>
        </p:txBody>
      </p:sp>
      <p:sp>
        <p:nvSpPr>
          <p:cNvPr id="45" name="Text 42"/>
          <p:cNvSpPr/>
          <p:nvPr/>
        </p:nvSpPr>
        <p:spPr>
          <a:xfrm>
            <a:off x="7108031" y="2568178"/>
            <a:ext cx="26443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date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7108031" y="2803922"/>
            <a:ext cx="7144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status (P/A)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821531" y="4289822"/>
            <a:ext cx="706422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Normalized MySQL structure ensures data consistency and prevents redundancy across 4 core entities.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715375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750" b="1" spc="-1" kern="0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MODULAR CODEBASE ARCHITECTURE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28625" y="1289447"/>
            <a:ext cx="4000500" cy="3287353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14375" y="1575197"/>
            <a:ext cx="3414713" cy="446484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1575197"/>
            <a:ext cx="3414713" cy="44648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REACT.JS FRONTEND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71550" y="2235994"/>
            <a:ext cx="315753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Component-Based UI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71550" y="2468166"/>
            <a:ext cx="3157538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Modular, reusable UI elements for consistent design and easier maintenance.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71550" y="3006737"/>
            <a:ext cx="315753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React Hooks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1550" y="3238909"/>
            <a:ext cx="3157538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Utilizing useState and useEffect for efficient state management and API side-effects.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71550" y="3777481"/>
            <a:ext cx="315753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React Router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71550" y="4009653"/>
            <a:ext cx="3157538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Client-side routing for seamless navigation without full page reloads.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00588" y="1289447"/>
            <a:ext cx="4014788" cy="3287353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00625" y="1575197"/>
            <a:ext cx="3429000" cy="446484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15" name="Text 12"/>
          <p:cNvSpPr/>
          <p:nvPr/>
        </p:nvSpPr>
        <p:spPr>
          <a:xfrm>
            <a:off x="5000625" y="1575197"/>
            <a:ext cx="3429000" cy="44648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SPRING BOOT BACKEND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257800" y="2235994"/>
            <a:ext cx="317182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Controller Layer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257800" y="2468166"/>
            <a:ext cx="3171825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Exposes RESTful endpoints to handle incoming HTTP requests from Axios.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257800" y="3006737"/>
            <a:ext cx="317182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Service Layer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257800" y="3238909"/>
            <a:ext cx="3171825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Encapsulates core business logic and attendance percentage calculations.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257800" y="3777481"/>
            <a:ext cx="317182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Repository Layer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257800" y="4009653"/>
            <a:ext cx="3171825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Extends Spring Data JPA for seamless database interaction and CRUD operations.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715375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SECURE ROLE-BASED AUTHENTICATION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235869"/>
            <a:ext cx="2619356" cy="2286000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1500" y="1092994"/>
            <a:ext cx="370024" cy="232172"/>
          </a:xfrm>
          <a:prstGeom prst="rect">
            <a:avLst/>
          </a:prstGeom>
          <a:solidFill>
            <a:srgbClr val="EA580C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" y="1092994"/>
            <a:ext cx="370024" cy="232172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07219" y="1521619"/>
            <a:ext cx="224313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CREDENTIAL ENTRY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7244" y="1860947"/>
            <a:ext cx="2043113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Dedicated portals for Faculty and Student roles.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07244" y="2328081"/>
            <a:ext cx="2043113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React captures input and initiates Axios POST request.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43263" y="1235869"/>
            <a:ext cx="2628900" cy="2286000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95681" y="1092994"/>
            <a:ext cx="370024" cy="232172"/>
          </a:xfrm>
          <a:prstGeom prst="rect">
            <a:avLst/>
          </a:prstGeom>
          <a:solidFill>
            <a:srgbClr val="EA580C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95681" y="1092994"/>
            <a:ext cx="370024" cy="232172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431400" y="1521619"/>
            <a:ext cx="2252681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BACKEND VALIDATION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631425" y="1860947"/>
            <a:ext cx="2052656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Spring Boot verifies credentials against MySQL database.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631425" y="2328081"/>
            <a:ext cx="2052656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Role identification performed during the auth cycle.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76987" y="1235869"/>
            <a:ext cx="2638444" cy="2286000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38838" y="1092994"/>
            <a:ext cx="370024" cy="232172"/>
          </a:xfrm>
          <a:prstGeom prst="rect">
            <a:avLst/>
          </a:prstGeom>
          <a:solidFill>
            <a:srgbClr val="EA580C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38838" y="1092994"/>
            <a:ext cx="370024" cy="232172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74557" y="1521619"/>
            <a:ext cx="2262169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DYNAMIC ROUTING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74582" y="1860947"/>
            <a:ext cx="2062144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React Router redirects based on validated user role.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474582" y="2328081"/>
            <a:ext cx="2062144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Unauthorized access to admin features is blocked.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28625" y="3879056"/>
            <a:ext cx="8715375" cy="475059"/>
          </a:xfrm>
          <a:prstGeom prst="rect">
            <a:avLst/>
          </a:prstGeom>
          <a:solidFill>
            <a:srgbClr val="064E3B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8625" y="3879056"/>
            <a:ext cx="8715375" cy="475059"/>
          </a:xfrm>
          <a:prstGeom prst="rect">
            <a:avLst/>
          </a:prstGeom>
          <a:noFill/>
          <a:ln/>
        </p:spPr>
        <p:txBody>
          <a:bodyPr wrap="square" lIns="340233" tIns="170053" rIns="340233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Ensuring Data Integrity through Strict Role Separation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715375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PERSONALIZED USER DASHBOARDS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235869"/>
            <a:ext cx="4000500" cy="3214688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78656" y="1521619"/>
            <a:ext cx="357188" cy="357188"/>
          </a:xfrm>
          <a:prstGeom prst="rect">
            <a:avLst/>
          </a:prstGeom>
          <a:solidFill>
            <a:srgbClr val="EA580C"/>
          </a:solidFill>
          <a:ln w="18288">
            <a:solidFill>
              <a:srgbClr val="064E3B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94" y="1614488"/>
            <a:ext cx="214313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1584127"/>
            <a:ext cx="17668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FACULTY PORTAL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71538" y="2093119"/>
            <a:ext cx="32932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15E5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Administrative control center for student and subject management.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871538" y="2636044"/>
            <a:ext cx="32932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15E5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Quick-access menus for daily attendance marking and updates.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871538" y="3178969"/>
            <a:ext cx="32932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15E5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Real-time statistics on total enrollment and subject mapping.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78656" y="3793331"/>
            <a:ext cx="3486150" cy="307181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CENTRALIZED MANAGEMENT VIEW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700588" y="1235869"/>
            <a:ext cx="4014788" cy="3214688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964906" y="1521619"/>
            <a:ext cx="357188" cy="357188"/>
          </a:xfrm>
          <a:prstGeom prst="rect">
            <a:avLst/>
          </a:prstGeom>
          <a:solidFill>
            <a:srgbClr val="EA580C"/>
          </a:solidFill>
          <a:ln w="18288">
            <a:solidFill>
              <a:srgbClr val="064E3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775" y="1614488"/>
            <a:ext cx="171450" cy="1714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29250" y="1584127"/>
            <a:ext cx="1807592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STUDENT PORTAL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157788" y="2093119"/>
            <a:ext cx="33075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15E5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Personalized attendance tracking with subject-wise breakdown.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157788" y="2636044"/>
            <a:ext cx="33075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15E5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Visual percentage indicators for immediate performance status.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157788" y="3178969"/>
            <a:ext cx="33075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15E5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Automated alerts for attendance falling below required thresholds.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964906" y="3793331"/>
            <a:ext cx="3500438" cy="307181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SELF-MONITORING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715375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750" b="1" spc="-1" kern="0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INTEGRATED CRUD OPERATIONS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28625" y="1289447"/>
            <a:ext cx="4036219" cy="1571625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2938" y="1519833"/>
            <a:ext cx="472325" cy="200025"/>
          </a:xfrm>
          <a:prstGeom prst="rect">
            <a:avLst/>
          </a:prstGeom>
          <a:solidFill>
            <a:srgbClr val="EA580C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938" y="1519833"/>
            <a:ext cx="472325" cy="20002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POST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1193843" y="1503759"/>
            <a:ext cx="80752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CREATE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2963" y="1843088"/>
            <a:ext cx="223013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Add new Students and Faculty profiles.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42963" y="2064544"/>
            <a:ext cx="20798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Register new Subjects and Courses.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42963" y="2286000"/>
            <a:ext cx="175825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Mark daily attendance records.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79156" y="1289447"/>
            <a:ext cx="4036219" cy="1571625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93469" y="1519833"/>
            <a:ext cx="405631" cy="200025"/>
          </a:xfrm>
          <a:prstGeom prst="rect">
            <a:avLst/>
          </a:prstGeom>
          <a:solidFill>
            <a:srgbClr val="EA580C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3469" y="1519833"/>
            <a:ext cx="405631" cy="20002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GET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377681" y="1503759"/>
            <a:ext cx="566812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READ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093494" y="1843088"/>
            <a:ext cx="206538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Fetch real-time dashboard statistics.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093494" y="2064544"/>
            <a:ext cx="217772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View student-wise attendance reports.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093494" y="2286000"/>
            <a:ext cx="187250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Retrieve subject and faculty lists.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28625" y="3075384"/>
            <a:ext cx="4036219" cy="1571625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2938" y="3305770"/>
            <a:ext cx="400050" cy="200025"/>
          </a:xfrm>
          <a:prstGeom prst="rect">
            <a:avLst/>
          </a:prstGeom>
          <a:solidFill>
            <a:srgbClr val="EA580C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2938" y="3305770"/>
            <a:ext cx="400050" cy="20002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PUT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1121569" y="3289697"/>
            <a:ext cx="80752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UPDATE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42963" y="3629025"/>
            <a:ext cx="193707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Modify student and faculty details.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42963" y="3850481"/>
            <a:ext cx="203702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Edit subject information and credits.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42963" y="4071938"/>
            <a:ext cx="207280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Correct previous attendance entries.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679156" y="3075384"/>
            <a:ext cx="4036219" cy="1571625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3469" y="3305770"/>
            <a:ext cx="594606" cy="200025"/>
          </a:xfrm>
          <a:prstGeom prst="rect">
            <a:avLst/>
          </a:prstGeom>
          <a:solidFill>
            <a:srgbClr val="EA580C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93469" y="3305770"/>
            <a:ext cx="594606" cy="20002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DELETE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5566656" y="3289697"/>
            <a:ext cx="789105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DELETE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093494" y="3629025"/>
            <a:ext cx="190833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Remove inactive student records.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093494" y="3850481"/>
            <a:ext cx="198015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Delete outdated subject mappings.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093494" y="4071938"/>
            <a:ext cx="187289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Clean up erroneous data entries.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715375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750" b="1" spc="-1" kern="0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CONCLUSION &amp; FUTURE SCOPE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28625" y="1289447"/>
            <a:ext cx="4000500" cy="2714625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92981" y="1575197"/>
            <a:ext cx="2248384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PROJECT SUCCESS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07256" y="2018109"/>
            <a:ext cx="32218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Successfully automated end-to-end attendance workflow with 100% data accuracy.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907256" y="2561034"/>
            <a:ext cx="32218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Achieved real-time transparency for students and reduced faculty workload by 80%.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07256" y="3103959"/>
            <a:ext cx="32218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15E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Built a robust, scalable foundation using industry-standard Spring Boot and React.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0588" y="1289447"/>
            <a:ext cx="4014788" cy="2714625"/>
          </a:xfrm>
          <a:prstGeom prst="rect">
            <a:avLst/>
          </a:prstGeom>
          <a:solidFill>
            <a:srgbClr val="064E3B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79231" y="1575197"/>
            <a:ext cx="1790849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193506" y="2018109"/>
            <a:ext cx="323611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Biometric Integration: Support for RFID, Fingerprint, or Face Recognition hardware.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193506" y="2561034"/>
            <a:ext cx="323611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Automated Alerts: SMS and Email notifications for attendance shortage warnings.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193506" y="3103959"/>
            <a:ext cx="323611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Mobile Application: Native Android/iOS app for on-the-go attendance tracking.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8625" y="4289822"/>
            <a:ext cx="8286750" cy="464344"/>
          </a:xfrm>
          <a:prstGeom prst="rect">
            <a:avLst/>
          </a:prstGeom>
          <a:solidFill>
            <a:srgbClr val="FFFFFF"/>
          </a:solidFill>
          <a:ln w="18288">
            <a:solidFill>
              <a:srgbClr val="064E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4375" y="4432697"/>
            <a:ext cx="7715250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spc="2" kern="0" dirty="0">
                <a:solidFill>
                  <a:srgbClr val="064E3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THANK YOU FOR YOUR ATTENTION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2026-07-24T02:50:00Z</dcterms:created>
  <dcterms:modified xsi:type="dcterms:W3CDTF">2026-07-24T02:50:00Z</dcterms:modified>
</cp:coreProperties>
</file>